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bdfde827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bdfde827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bdfde82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8bdfde82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bdfde827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8bdfde827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9680a42af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9680a42af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/ppt/slides/slide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" Target="/ppt/slides/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Plotka Prototype Walkthrough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Alex Litchfield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71750"/>
            <a:ext cx="8839200" cy="132684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5202925" y="3410700"/>
            <a:ext cx="1086000" cy="487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375" y="175250"/>
            <a:ext cx="1196225" cy="9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>
            <a:hlinkClick action="ppaction://hlinkshowjump?jump=nextslide"/>
          </p:cNvPr>
          <p:cNvSpPr/>
          <p:nvPr/>
        </p:nvSpPr>
        <p:spPr>
          <a:xfrm>
            <a:off x="4309050" y="3456900"/>
            <a:ext cx="77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185987" y="1966425"/>
            <a:ext cx="27894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0" y="1966425"/>
            <a:ext cx="322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Where do you want to travel?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71750"/>
            <a:ext cx="8839200" cy="132684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5202925" y="3410700"/>
            <a:ext cx="1086000" cy="487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375" y="175250"/>
            <a:ext cx="1196225" cy="9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hlinkClick action="ppaction://hlinkshowjump?jump=nextslide"/>
          </p:cNvPr>
          <p:cNvSpPr/>
          <p:nvPr/>
        </p:nvSpPr>
        <p:spPr>
          <a:xfrm>
            <a:off x="4309050" y="3456900"/>
            <a:ext cx="77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85987" y="1966425"/>
            <a:ext cx="27894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0" y="1966425"/>
            <a:ext cx="322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Where do you want to travel?</a:t>
            </a:r>
            <a:endParaRPr sz="1100"/>
          </a:p>
        </p:txBody>
      </p:sp>
      <p:sp>
        <p:nvSpPr>
          <p:cNvPr id="76" name="Google Shape;76;p15"/>
          <p:cNvSpPr/>
          <p:nvPr/>
        </p:nvSpPr>
        <p:spPr>
          <a:xfrm>
            <a:off x="6437800" y="2176000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6288925" y="217600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…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8" name="Google Shape;78;p15">
            <a:hlinkClick action="ppaction://hlinkshowjump?jump=previousslide"/>
          </p:cNvPr>
          <p:cNvSpPr/>
          <p:nvPr/>
        </p:nvSpPr>
        <p:spPr>
          <a:xfrm>
            <a:off x="3394650" y="3456900"/>
            <a:ext cx="77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43300"/>
            <a:ext cx="8839200" cy="132684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5100075" y="4382350"/>
            <a:ext cx="1086000" cy="487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375" y="175250"/>
            <a:ext cx="1196225" cy="9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52400" y="998975"/>
            <a:ext cx="8754000" cy="338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72250" y="107905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223375" y="10790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Where do you want to travel?</a:t>
            </a:r>
            <a:endParaRPr sz="1100"/>
          </a:p>
        </p:txBody>
      </p:sp>
      <p:sp>
        <p:nvSpPr>
          <p:cNvPr id="89" name="Google Shape;89;p16"/>
          <p:cNvSpPr/>
          <p:nvPr/>
        </p:nvSpPr>
        <p:spPr>
          <a:xfrm>
            <a:off x="6403025" y="1181575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254150" y="1181575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…</a:t>
            </a:r>
            <a:endParaRPr sz="1100"/>
          </a:p>
        </p:txBody>
      </p:sp>
      <p:sp>
        <p:nvSpPr>
          <p:cNvPr id="91" name="Google Shape;91;p16"/>
          <p:cNvSpPr/>
          <p:nvPr/>
        </p:nvSpPr>
        <p:spPr>
          <a:xfrm>
            <a:off x="372250" y="151165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223375" y="15116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does your trip start?</a:t>
            </a:r>
            <a:endParaRPr sz="1100"/>
          </a:p>
        </p:txBody>
      </p:sp>
      <p:sp>
        <p:nvSpPr>
          <p:cNvPr id="93" name="Google Shape;93;p16"/>
          <p:cNvSpPr/>
          <p:nvPr/>
        </p:nvSpPr>
        <p:spPr>
          <a:xfrm>
            <a:off x="6377450" y="1669250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6228575" y="16692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…</a:t>
            </a:r>
            <a:endParaRPr sz="1100"/>
          </a:p>
        </p:txBody>
      </p:sp>
      <p:sp>
        <p:nvSpPr>
          <p:cNvPr id="95" name="Google Shape;95;p16"/>
          <p:cNvSpPr/>
          <p:nvPr/>
        </p:nvSpPr>
        <p:spPr>
          <a:xfrm>
            <a:off x="368725" y="194425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219850" y="19442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does your trip end?</a:t>
            </a:r>
            <a:endParaRPr sz="1100"/>
          </a:p>
        </p:txBody>
      </p:sp>
      <p:sp>
        <p:nvSpPr>
          <p:cNvPr id="97" name="Google Shape;97;p16"/>
          <p:cNvSpPr/>
          <p:nvPr/>
        </p:nvSpPr>
        <p:spPr>
          <a:xfrm>
            <a:off x="6373925" y="2156925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6225050" y="2156925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…</a:t>
            </a:r>
            <a:endParaRPr sz="1100"/>
          </a:p>
        </p:txBody>
      </p:sp>
      <p:sp>
        <p:nvSpPr>
          <p:cNvPr id="99" name="Google Shape;99;p16"/>
          <p:cNvSpPr/>
          <p:nvPr/>
        </p:nvSpPr>
        <p:spPr>
          <a:xfrm>
            <a:off x="343150" y="239475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194275" y="23947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How many people are there?</a:t>
            </a:r>
            <a:endParaRPr sz="1100"/>
          </a:p>
        </p:txBody>
      </p:sp>
      <p:sp>
        <p:nvSpPr>
          <p:cNvPr id="101" name="Google Shape;101;p16"/>
          <p:cNvSpPr/>
          <p:nvPr/>
        </p:nvSpPr>
        <p:spPr>
          <a:xfrm>
            <a:off x="6395400" y="2637000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6246525" y="263700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…</a:t>
            </a:r>
            <a:endParaRPr sz="1100"/>
          </a:p>
        </p:txBody>
      </p:sp>
      <p:sp>
        <p:nvSpPr>
          <p:cNvPr id="103" name="Google Shape;103;p16"/>
          <p:cNvSpPr/>
          <p:nvPr/>
        </p:nvSpPr>
        <p:spPr>
          <a:xfrm>
            <a:off x="372250" y="283130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223375" y="283130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Any more specifications?</a:t>
            </a:r>
            <a:endParaRPr sz="1100"/>
          </a:p>
        </p:txBody>
      </p:sp>
      <p:sp>
        <p:nvSpPr>
          <p:cNvPr id="105" name="Google Shape;105;p16"/>
          <p:cNvSpPr/>
          <p:nvPr/>
        </p:nvSpPr>
        <p:spPr>
          <a:xfrm>
            <a:off x="6369825" y="3090150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6220950" y="30901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…</a:t>
            </a:r>
            <a:endParaRPr sz="1100"/>
          </a:p>
        </p:txBody>
      </p:sp>
      <p:sp>
        <p:nvSpPr>
          <p:cNvPr id="107" name="Google Shape;107;p16"/>
          <p:cNvSpPr/>
          <p:nvPr/>
        </p:nvSpPr>
        <p:spPr>
          <a:xfrm>
            <a:off x="8835950" y="1079050"/>
            <a:ext cx="27900" cy="317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343150" y="3267850"/>
            <a:ext cx="2916600" cy="1097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470925" y="3444150"/>
            <a:ext cx="26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  <p:sp>
        <p:nvSpPr>
          <p:cNvPr id="110" name="Google Shape;110;p16">
            <a:hlinkClick action="ppaction://hlinksldjump" r:id="rId5"/>
          </p:cNvPr>
          <p:cNvSpPr/>
          <p:nvPr/>
        </p:nvSpPr>
        <p:spPr>
          <a:xfrm>
            <a:off x="3394650" y="4447500"/>
            <a:ext cx="77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43300"/>
            <a:ext cx="8839200" cy="1326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5100075" y="4382350"/>
            <a:ext cx="1086000" cy="487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375" y="175250"/>
            <a:ext cx="1196225" cy="9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152400" y="998975"/>
            <a:ext cx="8754000" cy="338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372250" y="107905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223375" y="10790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Where do you want to travel?</a:t>
            </a:r>
            <a:endParaRPr sz="1100"/>
          </a:p>
        </p:txBody>
      </p:sp>
      <p:sp>
        <p:nvSpPr>
          <p:cNvPr id="121" name="Google Shape;121;p17"/>
          <p:cNvSpPr/>
          <p:nvPr/>
        </p:nvSpPr>
        <p:spPr>
          <a:xfrm>
            <a:off x="6403025" y="1181575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6254150" y="1181575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Miami</a:t>
            </a:r>
            <a:endParaRPr sz="1100"/>
          </a:p>
        </p:txBody>
      </p:sp>
      <p:sp>
        <p:nvSpPr>
          <p:cNvPr id="123" name="Google Shape;123;p17"/>
          <p:cNvSpPr/>
          <p:nvPr/>
        </p:nvSpPr>
        <p:spPr>
          <a:xfrm>
            <a:off x="372250" y="151165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223375" y="15116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does your trip start?</a:t>
            </a:r>
            <a:endParaRPr sz="1100"/>
          </a:p>
        </p:txBody>
      </p:sp>
      <p:sp>
        <p:nvSpPr>
          <p:cNvPr id="125" name="Google Shape;125;p17"/>
          <p:cNvSpPr/>
          <p:nvPr/>
        </p:nvSpPr>
        <p:spPr>
          <a:xfrm>
            <a:off x="6377450" y="1669250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6228575" y="16692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March 1</a:t>
            </a:r>
            <a:endParaRPr sz="1100"/>
          </a:p>
        </p:txBody>
      </p:sp>
      <p:sp>
        <p:nvSpPr>
          <p:cNvPr id="127" name="Google Shape;127;p17"/>
          <p:cNvSpPr/>
          <p:nvPr/>
        </p:nvSpPr>
        <p:spPr>
          <a:xfrm>
            <a:off x="368725" y="194425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219850" y="19442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When does your trip end?</a:t>
            </a:r>
            <a:endParaRPr sz="1100"/>
          </a:p>
        </p:txBody>
      </p:sp>
      <p:sp>
        <p:nvSpPr>
          <p:cNvPr id="129" name="Google Shape;129;p17"/>
          <p:cNvSpPr/>
          <p:nvPr/>
        </p:nvSpPr>
        <p:spPr>
          <a:xfrm>
            <a:off x="6373925" y="2156925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6225050" y="2156925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March 10</a:t>
            </a:r>
            <a:endParaRPr sz="1100"/>
          </a:p>
        </p:txBody>
      </p:sp>
      <p:sp>
        <p:nvSpPr>
          <p:cNvPr id="131" name="Google Shape;131;p17"/>
          <p:cNvSpPr/>
          <p:nvPr/>
        </p:nvSpPr>
        <p:spPr>
          <a:xfrm>
            <a:off x="343150" y="239475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94275" y="23947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How many people are there?</a:t>
            </a:r>
            <a:endParaRPr sz="1100"/>
          </a:p>
        </p:txBody>
      </p:sp>
      <p:sp>
        <p:nvSpPr>
          <p:cNvPr id="133" name="Google Shape;133;p17"/>
          <p:cNvSpPr/>
          <p:nvPr/>
        </p:nvSpPr>
        <p:spPr>
          <a:xfrm>
            <a:off x="6395400" y="2637000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246525" y="263700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4</a:t>
            </a:r>
            <a:endParaRPr sz="1100"/>
          </a:p>
        </p:txBody>
      </p:sp>
      <p:sp>
        <p:nvSpPr>
          <p:cNvPr id="135" name="Google Shape;135;p17"/>
          <p:cNvSpPr/>
          <p:nvPr/>
        </p:nvSpPr>
        <p:spPr>
          <a:xfrm>
            <a:off x="372250" y="2831300"/>
            <a:ext cx="2232900" cy="354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223375" y="283130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Any more specifications?</a:t>
            </a:r>
            <a:endParaRPr sz="1100"/>
          </a:p>
        </p:txBody>
      </p:sp>
      <p:sp>
        <p:nvSpPr>
          <p:cNvPr id="137" name="Google Shape;137;p17"/>
          <p:cNvSpPr/>
          <p:nvPr/>
        </p:nvSpPr>
        <p:spPr>
          <a:xfrm>
            <a:off x="6369825" y="3090150"/>
            <a:ext cx="2232900" cy="354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220950" y="3090150"/>
            <a:ext cx="258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No</a:t>
            </a:r>
            <a:endParaRPr sz="1100"/>
          </a:p>
        </p:txBody>
      </p:sp>
      <p:sp>
        <p:nvSpPr>
          <p:cNvPr id="139" name="Google Shape;139;p17"/>
          <p:cNvSpPr/>
          <p:nvPr/>
        </p:nvSpPr>
        <p:spPr>
          <a:xfrm>
            <a:off x="8835950" y="1079050"/>
            <a:ext cx="27900" cy="317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343150" y="3267850"/>
            <a:ext cx="3417000" cy="1097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2100" y="3339400"/>
            <a:ext cx="3121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Packing List: Sunscreen, clothes, bathing suit, etc.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Hotel List: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Hilton Miami Airport Blue Lagoon, etc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Restaurant List: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Crazy About You, etc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42" name="Google Shape;142;p17">
            <a:hlinkClick action="ppaction://hlinksldjump" r:id="rId5"/>
          </p:cNvPr>
          <p:cNvSpPr/>
          <p:nvPr/>
        </p:nvSpPr>
        <p:spPr>
          <a:xfrm>
            <a:off x="3394650" y="4447500"/>
            <a:ext cx="77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